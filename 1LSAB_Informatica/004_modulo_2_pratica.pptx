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fb5fc2a56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fb5fc2a56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b5fc2a56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fb5fc2a56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gi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youtube.com/watch?v=pl47ZHB_Noc" TargetMode="Externa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solidFill>
                  <a:srgbClr val="FFFFFF"/>
                </a:solidFill>
              </a:rPr>
              <a:t>La Pizza</a:t>
            </a:r>
            <a:endParaRPr>
              <a:solidFill>
                <a:srgbClr val="FFFFFF"/>
              </a:solidFill>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a:solidFill>
                  <a:srgbClr val="6AA84F"/>
                </a:solidFill>
              </a:rPr>
              <a:t>Trento</a:t>
            </a:r>
            <a:endParaRPr>
              <a:solidFill>
                <a:srgbClr val="6AA84F"/>
              </a:solidFill>
            </a:endParaRPr>
          </a:p>
        </p:txBody>
      </p:sp>
      <p:pic>
        <p:nvPicPr>
          <p:cNvPr descr="a panda bear is eating a slice of pizza with tomatoes on it . (Fornito da Tenor)" id="56" name="Google Shape;56;p13"/>
          <p:cNvPicPr preferRelativeResize="0"/>
          <p:nvPr/>
        </p:nvPicPr>
        <p:blipFill>
          <a:blip r:embed="rId3">
            <a:alphaModFix/>
          </a:blip>
          <a:stretch>
            <a:fillRect/>
          </a:stretch>
        </p:blipFill>
        <p:spPr>
          <a:xfrm>
            <a:off x="311700" y="2571750"/>
            <a:ext cx="2286000" cy="2286000"/>
          </a:xfrm>
          <a:prstGeom prst="rect">
            <a:avLst/>
          </a:prstGeom>
          <a:noFill/>
          <a:ln>
            <a:noFill/>
          </a:ln>
        </p:spPr>
      </p:pic>
      <p:pic>
        <p:nvPicPr>
          <p:cNvPr id="57" name="Google Shape;57;p13"/>
          <p:cNvPicPr preferRelativeResize="0"/>
          <p:nvPr/>
        </p:nvPicPr>
        <p:blipFill>
          <a:blip r:embed="rId4">
            <a:alphaModFix/>
          </a:blip>
          <a:stretch>
            <a:fillRect/>
          </a:stretch>
        </p:blipFill>
        <p:spPr>
          <a:xfrm rot="1089622">
            <a:off x="6600775" y="411325"/>
            <a:ext cx="1762800" cy="1716400"/>
          </a:xfrm>
          <a:prstGeom prst="rect">
            <a:avLst/>
          </a:prstGeom>
          <a:noFill/>
          <a:ln>
            <a:noFill/>
          </a:ln>
        </p:spPr>
      </p:pic>
    </p:spTree>
  </p:cSld>
  <p:clrMapOvr>
    <a:masterClrMapping/>
  </p:clrMapOvr>
  <mc:AlternateContent>
    <mc:Choice Requires="p14">
      <p:transition spd="slow" p14:dur="18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1000"/>
                                        <p:tgtEl>
                                          <p:spTgt spid="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Indice:</a:t>
            </a:r>
            <a:endParaRPr/>
          </a:p>
          <a:p>
            <a:pPr indent="-342900" lvl="0" marL="457200" rtl="0" algn="l">
              <a:spcBef>
                <a:spcPts val="1200"/>
              </a:spcBef>
              <a:spcAft>
                <a:spcPts val="0"/>
              </a:spcAft>
              <a:buSzPts val="1800"/>
              <a:buChar char="●"/>
            </a:pPr>
            <a:r>
              <a:rPr lang="it"/>
              <a:t>Pomodoro</a:t>
            </a:r>
            <a:endParaRPr/>
          </a:p>
          <a:p>
            <a:pPr indent="-342900" lvl="0" marL="457200" rtl="0" algn="l">
              <a:spcBef>
                <a:spcPts val="0"/>
              </a:spcBef>
              <a:spcAft>
                <a:spcPts val="0"/>
              </a:spcAft>
              <a:buSzPts val="1800"/>
              <a:buChar char="●"/>
            </a:pPr>
            <a:r>
              <a:rPr lang="it"/>
              <a:t>Mozzarella</a:t>
            </a:r>
            <a:endParaRPr/>
          </a:p>
          <a:p>
            <a:pPr indent="-342900" lvl="0" marL="457200" rtl="0" algn="l">
              <a:spcBef>
                <a:spcPts val="0"/>
              </a:spcBef>
              <a:spcAft>
                <a:spcPts val="0"/>
              </a:spcAft>
              <a:buSzPts val="1800"/>
              <a:buChar char="●"/>
            </a:pPr>
            <a:r>
              <a:rPr lang="it"/>
              <a:t>Basilico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American pro eater Randy Santel and Czech competitive eater @SteelRodRadim Dvořáček, teamed up versus Salvo's giant 36-Inch &quot;Godfather&quot; Pizza Challenge at Salvo's Pizza and Pasta in Hermitage, Tennessee, just east of Nashville!! After finishing up my Kansas City metro eating challenge trip with @KatinaEatsKilos, I took another long break to lose more weight at our house in Nashville, Tennessee. My longtime Czech friend @SteelRodRadim came to visit us in May 2026, and him and I attempted lots of huge and delicious man vs food challenges around the state of Tennessee. For final eating challenge event #6 of six (6), before bringing Radim to the Nashville airport (BNA), we visited the Salvo's Pizza and Pasta location nearby in Hermitage, Tenessee which is just east of Nashville, so we could team up against Salvo's largest 36-Inch &quot;Godfather&quot; New York Style Pizza Challenge. I originally beat this challenge in early 2024 with my friend @DaGarbageDisposal at Sal's Family Pizza in Franklin, Tennessee, under the same ownership. Radim and I were trying to become the first team to win at the Hermitage location, and had just a 30 minute time limit to finish a 1-topping 36&quot; diameter Italian New York Style pizza made with 5 lbs (80 oz) of dough. They let us split our giant pizza into quarters and we got a different healthy vegetable topping on each quarter: mushrooms, green peppers, black olives, and sundried tomatoes. The pizza itself just has to have cheese, which costs $120 to order, so our pizza was going to be $145 if failed. Finish within 30 minutes and win the whole Italian meal free plus sweet T-shirts and a spot on Salvo's &quot;Godfather&quot; Wall of Fame!! BIG thanks to everyone with Salvo's Pizza of Hermitage for the wonderful food, drinks, cannoli desserts, and hospitality!! Special thanks also to all our friends who came up that Friday early evening to watch and meet us!! We greatly appreciate everyone in the Nashville area and all around Middle Tennessee who watches videos and supports our hard efforts!! The next three videos will feature man vs food eating challenges around the Montreal, Quebec, Canada area!!&#10;&#10;My 2024 Sal's Pizza Challenge video with Brandon @DaGarbageDisposal Clark:&#10;https://www.youtube.com/watch?v=RAdmluxJ2qU&#10;&#10;Check out more @SteelRodRadim videos: https://www.youtube.com/channel/UCPIepy-xXJh-5DRaeAqwgOQ&#10;Radim's Instagram: https://www.instagram.com/steelrod_radim&#10;&#10;A&amp;Z #1213A - Can American pro eater Randy Santel and Czech competitive eater &quot;Steel Rod&quot; Radim Dvořáček team up and conquer Salvo's massive 36-Inch &quot;Godfather&quot; Pizza Challenge at Salvo's Pizza and Pasta in Hermitage, TN just east of Nashville, Tennessee??&#10;&#10;D's Smokehouse's 6lb &quot;Meat Eaters&quot; BBQ Challenge: https://www.youtube.com/watch?v=19Q5q8VP4xI&#10;The Tipsy Cow's &quot;Big Dilla&quot; Taco Record Challenge: https://www.youtube.com/watch?v=a1UJ34yG5So&#10;Wimpie's &quot;Double Beast&quot; Burgers &amp; Hot Dogs Platter: https://www.youtube.com/watch?v=9k5yXPNsUes&#10;Dead End BBQ's &quot;Family Feast&quot; Knoxville Challenge: https://www.youtube.com/watch?v=vsZYmTngh3M&#10;Carnival Cafe's Cheeseburger Record Challenge in TN: https://www.youtube.com/watch?v=TXX3ZZDuFsQ&#10;KC Finn's 150% Supersized &quot;Big Ass&quot; Burger Challenge: https://www.youtube.com/watch?v=Vljf3279H1Y&#10;&#10;This Hermitage / Nashville, Tennessee New York Style pizza restaurant man vs food eating challenge video was filmed on Friday, May 15, 2026 (5/15/2026).&#10;&#10;RESTAURANT INFORMATION:&#10;Salvo's Pizza's website: https://www.salvopizza.com&#10;Salvo's Pizza's Facebook: https://www.facebook.com/salvoshermitage&#10;&#10;NEW FC SHIRTS, HATS, BEARS, and COMIC BOOKS: https://www.randysantel.com/store&#10;ORDER A CAMEO VIDEO FOR FAMILY &amp; FRIENDS: https://www.cameo.com/randysantel&#10;&#10;Check out our FoodChallenges.com YouTube Channel and How To Videos: https://www.youtube.com/user/foodchallengesvideos&#10;&#10;FOLLOW &amp; SUPPORT ME AS I DOMINATE FOOD CHALLENGES ACROSS THE GLOBE:&#10;MERCH STORE: https://www.randysantel.com/store&#10;MY WEBSITE: https://www.RandySantel.com&#10;MY SCHEDULE: http://www.RandySantelSchedule.com&#10;FACEBOOK: https://www.facebook.com/RandySantel&#10;INSTAGRAM: https://www.instagram.com/RandySantel&#10;TWITTER: https://www.twitter.com/RandySantel&#10;TIKTOK: https://www.tiktok.com/@randysantel&#10;CAMEO: https://www.cameo.com/randysantel&#10;&#10;For Business Inquiries Only:&#10;Atlas [at] RandySantel.com&#10;&#10;Send stuff to Randy Santel and/or @KatinaEatsKilos&#10;8011 Brooks Chapel Rd&#10;PO Box #1052&#10;Brentwood, TN 37027&#10;&#10;Video edited and produced by @natefiggs&#10;YouTube: https://www.youtube.com/user/natefiggs&#10;Facebook: https://www.facebook.com/NateFiggs&#10;&#10;Opening music by Chuki Beats&#10;&quot;Nujabes&quot;&#10;https://www.youtube.com/watch?v=WENSgKN5r1Q&#10;&#10;Music provided by YouTube and/or Epidemic Sound:&#10;&quot;Breaking Free&quot; by Johan Svensson&#10;&quot;Animal&quot; by Suffer City&#10;&quot;Brighton Breakdown&quot; by BDBs&#10;&#10;THANKS FOR SUBSCRIBING &amp; ALL OF YOUR SUPPORT!!" id="70" name="Google Shape;70;p15" title="Nashville's BIGGEST 36-Inch &quot;Godfather&quot; Pizza Challenge Costs $145 IF YOU FAIL?!">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